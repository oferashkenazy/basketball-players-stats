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6DDCC-92E1-0A2A-C777-5EA44E256A4B}" v="36" dt="2025-03-30T14:36:31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0" b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NBA Draft Prospect Prediction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 Machine Learning Approach to Identifying Global Talent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bg1"/>
                </a:solidFill>
              </a:rPr>
              <a:t>Presented by: </a:t>
            </a:r>
            <a:r>
              <a:rPr lang="en-US" dirty="0">
                <a:solidFill>
                  <a:schemeClr val="bg1"/>
                </a:solidFill>
              </a:rPr>
              <a:t>Ofer A.</a:t>
            </a:r>
            <a:endParaRPr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bg1"/>
                </a:solidFill>
              </a:rPr>
              <a:t>Date</a:t>
            </a:r>
            <a:endParaRPr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basketball player has NBA potential using global player stats.</a:t>
            </a:r>
          </a:p>
          <a:p>
            <a:r>
              <a:t>Target: At least 95% confidence in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Preparation</a:t>
            </a:r>
          </a:p>
          <a:p>
            <a:r>
              <a:t>• Exploratory Data Analysis (EDA)</a:t>
            </a:r>
          </a:p>
          <a:p>
            <a:r>
              <a:t>• Data Cleaning</a:t>
            </a:r>
          </a:p>
          <a:p>
            <a:r>
              <a:t>• Feature Engineering</a:t>
            </a:r>
          </a:p>
          <a:p>
            <a:r>
              <a:t>• Feature Selection</a:t>
            </a:r>
          </a:p>
          <a:p>
            <a:r>
              <a:t>• Model Selection</a:t>
            </a:r>
          </a:p>
          <a:p>
            <a:r>
              <a:t>• Model Fine-Tuning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Cleaned and transformed text fields</a:t>
            </a:r>
          </a:p>
          <a:p>
            <a:r>
              <a:t>- Created features: birth_year, NBA, draft_position</a:t>
            </a:r>
          </a:p>
          <a:p>
            <a:r>
              <a:t>- Dropped: height, weight, PTS, etc.</a:t>
            </a:r>
          </a:p>
          <a:p>
            <a:r>
              <a:t>- Reduced categorical noise in League &amp; Nationality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AutoViz used for summaries</a:t>
            </a:r>
          </a:p>
          <a:p>
            <a:r>
              <a:t>- Checked distribution &amp; skewness</a:t>
            </a:r>
          </a:p>
          <a:p>
            <a:r>
              <a:t>- Correlation heatmaps and t-statistics</a:t>
            </a:r>
          </a:p>
          <a:p>
            <a:r>
              <a:t>- Analyzed target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Outlier detection via IQR</a:t>
            </a:r>
          </a:p>
          <a:p>
            <a:r>
              <a:t>- Missing values imputed using KNNImputer</a:t>
            </a:r>
          </a:p>
          <a:p>
            <a:r>
              <a:t>- Dropped data-leaking features: League, Stage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Created BMI</a:t>
            </a:r>
          </a:p>
          <a:p>
            <a:r>
              <a:t>- Merged playoff and season stats</a:t>
            </a:r>
          </a:p>
          <a:p>
            <a:r>
              <a:t>- Visualized draft sources and player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Methods: Lasso, Ridge, LinearSVC, GradientBoosting, RandomForest</a:t>
            </a:r>
          </a:p>
          <a:p>
            <a:r>
              <a:t>- Dropped highly correlated or leaking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Imbalanced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SMOTE for class balance</a:t>
            </a:r>
          </a:p>
          <a:p>
            <a:r>
              <a:t>- One-hot encoding applied early in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Metrics: Accuracy, Precision, Recall, F1 Score</a:t>
            </a:r>
          </a:p>
          <a:p>
            <a:r>
              <a:t>- Models tested:</a:t>
            </a:r>
          </a:p>
          <a:p>
            <a:r>
              <a:t>  • Logistic Regression</a:t>
            </a:r>
          </a:p>
          <a:p>
            <a:r>
              <a:t>  • Decision Tree</a:t>
            </a:r>
          </a:p>
          <a:p>
            <a:r>
              <a:t>  • Random Forest</a:t>
            </a:r>
          </a:p>
          <a:p>
            <a:r>
              <a:t>  • XGBoost</a:t>
            </a:r>
          </a:p>
          <a:p>
            <a:r>
              <a:t>  • GradientBoost</a:t>
            </a:r>
          </a:p>
          <a:p>
            <a:r>
              <a:t>  • SVC, KNN, Naive Bayes, AdaBoost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Models &amp;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GridSearchCV for optimization</a:t>
            </a:r>
          </a:p>
          <a:p>
            <a:r>
              <a:t>- Top performers:</a:t>
            </a:r>
          </a:p>
          <a:p>
            <a:r>
              <a:t>  • XGBClassifier</a:t>
            </a:r>
          </a:p>
          <a:p>
            <a:r>
              <a:t>  • GradientBoostingClassifier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Strong performance achieved</a:t>
            </a:r>
          </a:p>
          <a:p>
            <a:r>
              <a:t>- High precision and recall post-SMOTE and 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deep learning models (MLP, LSTM)</a:t>
            </a:r>
          </a:p>
          <a:p>
            <a:r>
              <a:t>- Integrate scouting reports</a:t>
            </a:r>
          </a:p>
          <a:p>
            <a:r>
              <a:t>- Validate with future draft classes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Open to any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NBA Draft Prospect Prediction</vt:lpstr>
      <vt:lpstr>Project Objective</vt:lpstr>
      <vt:lpstr>Workflow Overview</vt:lpstr>
      <vt:lpstr>Data Preparation</vt:lpstr>
      <vt:lpstr>Exploratory Data Analysis (EDA)</vt:lpstr>
      <vt:lpstr>Data Cleaning</vt:lpstr>
      <vt:lpstr>Feature Engineering</vt:lpstr>
      <vt:lpstr>Feature Selection</vt:lpstr>
      <vt:lpstr>Handling Imbalanced Data</vt:lpstr>
      <vt:lpstr>Model Evaluation</vt:lpstr>
      <vt:lpstr>Final Models &amp; Fine-Tuning</vt:lpstr>
      <vt:lpstr>Results Summary</vt:lpstr>
      <vt:lpstr>Future Work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</cp:revision>
  <dcterms:created xsi:type="dcterms:W3CDTF">2013-01-27T09:14:16Z</dcterms:created>
  <dcterms:modified xsi:type="dcterms:W3CDTF">2025-03-30T14:37:03Z</dcterms:modified>
  <cp:category/>
</cp:coreProperties>
</file>
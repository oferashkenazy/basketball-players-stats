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A2B6CC-3792-3F5A-86E8-1EA398E1AABC}" v="49" dt="2025-03-31T16:56:00.961"/>
    <p1510:client id="{FBE6DDCC-92E1-0A2A-C777-5EA44E256A4B}" v="36" dt="2025-03-30T14:36:31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nva.com/design/DAGjT1IOFcE/M_VDXzyfFnUtnCTB3_zeKg/ed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Canva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Purple Blue Gradient Futuristic Animated Metaverse Presentation - Presentation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(To run enlarge to full screen)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Canva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40</cp:revision>
  <dcterms:created xsi:type="dcterms:W3CDTF">2013-01-27T09:14:16Z</dcterms:created>
  <dcterms:modified xsi:type="dcterms:W3CDTF">2025-03-31T16:56:30Z</dcterms:modified>
  <cp:category/>
</cp:coreProperties>
</file>